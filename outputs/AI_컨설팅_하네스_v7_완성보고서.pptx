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중기이코노미기업지원단  |  기업 맞춤형 컨설팅 솔루션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73152" cy="13716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18872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8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컨설팅 하네스 시스템 v7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58368" y="18105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구현 완성 보고서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" y="2468880"/>
            <a:ext cx="2560320" cy="0"/>
          </a:xfrm>
          <a:prstGeom prst="line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63347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60개 에이전트 클래스 · 53개 orchestrator 실행 에이전트 · AST 검증 0건 오류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368" y="3154680"/>
            <a:ext cx="210312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" y="31821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34930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에이전트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35808" y="3154680"/>
            <a:ext cx="21031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35808" y="31821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53개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35808" y="34930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 에이전트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13248" y="3154680"/>
            <a:ext cx="210312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13248" y="31821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13248" y="349300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시스템 버전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645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4월 25일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0" y="4645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영남사업단 경남1본부(진주센터)  전문위원 여운식  010-2673-3781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시스템 아키텍처 개요 — AI 컨설팅 하네스 v7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04672"/>
            <a:ext cx="1920240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321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60개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 에이전트 클래스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192024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8321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53개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3167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Orchestrator 실행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1920240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8321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13167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에이전트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12280" y="804672"/>
            <a:ext cx="1920240" cy="9601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83210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12280" y="13167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레이어 구조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19933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8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실행 흐름 (Orchestration Pipeline)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30428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04288"/>
            <a:ext cx="64008" cy="7772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22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" y="25786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53개 에이전트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배치 병렬 실행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304288" y="2688336"/>
            <a:ext cx="18288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14600" y="230428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14600" y="2304288"/>
            <a:ext cx="6400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24328" y="2322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25786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5개 검증 에이전트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병렬 교차검증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53128" y="2688336"/>
            <a:ext cx="18288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30428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304288"/>
            <a:ext cx="64008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2322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25786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ReportAgent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통합 보고서 생성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01968" y="2688336"/>
            <a:ext cx="182880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12280" y="230428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12280" y="2304288"/>
            <a:ext cx="64008" cy="777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23225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22008" y="25786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report_to_ppt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자동 PPT 변환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65760" y="3273552"/>
            <a:ext cx="841248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918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스택:  Python 3.11.9  ·  Claude Agent SDK  ·  Anthropic API  ·  ThreadPoolExecutor  ·  PptxGenJS  ·  VS Code 1.114.0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3657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8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레이어 구조 (12개 레이어)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39502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INFRA (데이터검증·쿼리분류·리스크·요약·재무검증·컴플라이언스검증)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" y="41879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I (컴플라이언스·계약·운전자본·개인정보·HRD·공급망·무역·VC)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" y="44256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G·H (재무예측·원가·4대보험·성과급·배당·특관·해외·DX·하도급·IPO·프랜차이즈·부채)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2920" y="46634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A~F (세무·주식·승계·재무·법무·특허·노무·부동산·보험·정책·현금흐름·신용·M&amp;A·ESG 등)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에이전트 그룹 구성 전체 맵 (GROUP A ~ INFRA)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8638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86384"/>
            <a:ext cx="1005840" cy="7498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82296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7744" y="1152144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43584" y="841248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TaxAgent · StockAgent · SuccessionAgent · FinanceAgent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63440" y="78638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86384"/>
            <a:ext cx="10058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82296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0016" y="1152144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05856" y="841248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LegalAgent · PatentAgent · LaborAgent · RealEstateAgent · InsuranceAgent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1168" y="162763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" y="1627632"/>
            <a:ext cx="1005840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" y="166420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744" y="19933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43584" y="1682496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IndustryAgent · WebResearchAgent · PolicyFundingAgent · CashFlowAgent · CreditRatingAgent · MAValuationAgent · ESGRiskAgent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63440" y="1627632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627632"/>
            <a:ext cx="1005840" cy="74980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66420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0016" y="199339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05856" y="1682496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MonitorAgent · ScenarioAgent · BusinessPlanAgent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01168" y="24688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01168" y="2468880"/>
            <a:ext cx="1005840" cy="74980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2505456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37744" y="28346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43584" y="2523744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ProvisionalPaymentAgent · NomineeStockAgent · ExecutivePayAgent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3440" y="246888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468880"/>
            <a:ext cx="1005840" cy="7498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2505456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00016" y="2834640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05856" y="2523744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GiftTaxAgent · InheritanceTaxAgent · VATAgent · RDTaxCreditAgent · InvestTaxCreditAgent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01168" y="331012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1168" y="3310128"/>
            <a:ext cx="10058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" y="3346704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37744" y="367588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43584" y="336499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FinancialForecastAgent · CostAnalysisAgent · SocialInsuranceAgent · PerformancePayAgent · DividendPolicyAgent · RelatedPartyAgent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63440" y="331012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310128"/>
            <a:ext cx="1005840" cy="7498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3346704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H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00016" y="3675888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705856" y="3364992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GlobalExpansionAgent · DXAgent · SubcontractAgent · IPOAgent · FranchiseAgent · DebtRestructuringAgent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01168" y="415137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01168" y="4151376"/>
            <a:ext cx="1005840" cy="74980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7744" y="418795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I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37744" y="4517136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243584" y="420624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ComplianceAgent · ContractReviewAgent · WorkingCapitalAgent · PrivacyAgent · HRDAgent · SupplyChainAgent · TradeAgent · VentureCapitalAgent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663440" y="415137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4151376"/>
            <a:ext cx="1005840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0016" y="4187952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INFRA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700016" y="4517136"/>
            <a:ext cx="932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6개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705856" y="4206240"/>
            <a:ext cx="3090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DataValidationAgent · QueryClassifierAgent · RiskScoreAgent · SummaryAgent · VerifyFinance · VerifyCompliance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01168" y="4617720"/>
            <a:ext cx="8741664" cy="274320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463600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총계:  GROUP A~I (47개) + INFRA (6개) = 실행 에이전트 53개  /  클래스 합계 60개  /  AST 오류 0건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6단계 구현 타임라인 — Phase별 완료 현황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86384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86384"/>
            <a:ext cx="2743200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80467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1  ✅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152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A~C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기본 16개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536192"/>
            <a:ext cx="502920" cy="21945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5453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16개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179222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TaxAgent·StockAgent·SuccessionAgent·FinanceAgent·LegalAgent·PatentAgent·LaborAgent·IndustryAgent·WebResearchAgent·PolicyFundingAgent·CashFlowAgent·CreditRatingAgent·RealEstateAgent·InsuranceAgent·MAValuationAgent·ESGRiskAgent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172968" y="786384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786384"/>
            <a:ext cx="274320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80467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2  ✅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152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D·E·F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세금·절세 12개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1536192"/>
            <a:ext cx="50292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15453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64408" y="179222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MonitorAgent·ScenarioAgent·BusinessPlanAgent·ProvisionalPaymentAgent·NomineeStockAgent·ExecutivePayAgent·GiftTaxAgent·InheritanceTaxAgent·VATAgent·RDTaxCreditAgent·InvestTaxCreditAgent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117336" y="786384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17336" y="786384"/>
            <a:ext cx="2743200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80467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3  ✅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08776" y="1152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G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재무·HR 6개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08776" y="1536192"/>
            <a:ext cx="502920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154533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08776" y="179222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FinancialForecastAgent·CostAnalysisAgent·SocialInsuranceAgent·PerformancePayAgent·DividendPolicyAgent·RelatedPartyAgent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28600" y="2724912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724912"/>
            <a:ext cx="2743200" cy="329184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7432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4  ✅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H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전략·성장 6개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502920" cy="219456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483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+6개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37307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GlobalExpansionAgent·DXAgent·SubcontractAgent·IPOAgent·FranchiseAgent·DebtRestructuringAgent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172968" y="2724912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72968" y="2724912"/>
            <a:ext cx="2743200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46120" y="27432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5  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64408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GROUP I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컴플라이언스 8개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64408" y="3474720"/>
            <a:ext cx="502920" cy="21945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3483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+8개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64408" y="37307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ComplianceAgent·ContractReviewAgent·WorkingCapitalAgent·PrivacyAgent·HRDAgent·SupplyChainAgent·TradeAgent·VentureCapitalAgent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117336" y="2724912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17336" y="2724912"/>
            <a:ext cx="2743200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0488" y="2743200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6  ✅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08776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INFRA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검증·인프라 6개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08776" y="3474720"/>
            <a:ext cx="502920" cy="21945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08776" y="34838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208776" y="373075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DataValidationAgent·QueryClassifierAgent·RiskScoreAgent·SummaryAgent·VerifyFinance·VerifyCompliance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 기능 도메인 맵 — 10대 전문 영역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786384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786384"/>
            <a:ext cx="1627632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0467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세무·절세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법인세 절감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4996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가지급금 해소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8288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임원퇴직금 최적화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4320" y="215798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R&amp;D·투자세액공제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56816" y="786384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56816" y="786384"/>
            <a:ext cx="1627632" cy="329184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80467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비상장주식·승계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029968" y="11704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1주당 가치 평가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29968" y="14996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차명주식 해소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29968" y="18288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가업승계 공제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029968" y="215798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자녀법인 활용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12464" y="786384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786384"/>
            <a:ext cx="1627632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80467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상속·증여세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785616" y="11704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증여세 시뮬레이션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85616" y="14996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가업상속공제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85616" y="18288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혼인·출산공제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785616" y="215798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세대생략 전략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8112" y="786384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68112" y="786384"/>
            <a:ext cx="1627632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22976" y="80467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재무·리스크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541264" y="11704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부채비율·DSCR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41264" y="14996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현금흐름 예측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41264" y="18288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흑자도산 경보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41264" y="215798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BEP 분석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23760" y="786384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786384"/>
            <a:ext cx="1627632" cy="32918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78624" y="80467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컴플라이언스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296912" y="11704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중처법 진단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296912" y="149961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계약 독소조항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96912" y="18288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개인정보 준수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96912" y="215798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공정거래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1168" y="2798064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01168" y="2798064"/>
            <a:ext cx="1627632" cy="329184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281635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인사노무·HR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274320" y="31821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4대보험 계산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74320" y="351129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성과급 설계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" y="38404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내일채움공제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" y="416966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훈련지원금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956816" y="2798064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956816" y="2798064"/>
            <a:ext cx="1627632" cy="32918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281635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전략·성장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029968" y="31821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해외수출·FTA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029968" y="351129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AEO 공인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029968" y="38404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IPO 적격성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029968" y="416966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VC 유치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712464" y="2798064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712464" y="2798064"/>
            <a:ext cx="1627632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67328" y="281635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운전자본·공급망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785616" y="31821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CCC 단축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785616" y="351129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팩토링·EOQ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785616" y="38404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협력사 평가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85616" y="416966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공급망 리스크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68112" y="2798064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468112" y="2798064"/>
            <a:ext cx="1627632" cy="329184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22976" y="281635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특허·법무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541264" y="31821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특허 포트폴리오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541264" y="351129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계약 검토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541264" y="38404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M&amp;A 가치평가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541264" y="416966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ESG 리스크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223760" y="2798064"/>
            <a:ext cx="162763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223760" y="2798064"/>
            <a:ext cx="1627632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278624" y="2816352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리스크 종합관리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296912" y="31821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5축 리스크 점수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296912" y="351129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CEO 요약 생성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296912" y="38404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질의 자동 분류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296912" y="416966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▪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검증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인프라·검증 레이어 상세 — v7 신규 6개 에이전트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86384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86384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321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DataValidationAgent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07899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데이터 검증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353312"/>
            <a:ext cx="2487168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40817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필수 필드 누락 탐지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16824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논리 모순 자동 탐지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195681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업종 평균으로 누락값 자동 보정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" y="223113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 품질 점수(0~100) 산출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72968" y="786384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786384"/>
            <a:ext cx="64008" cy="1828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8321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QueryClassifierAgent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107899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질의 분류·라우팅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0" y="1353312"/>
            <a:ext cx="2487168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40817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47개 키워드 매핑 테이블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91840" y="16824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단일·멀티·전체 orchestrator 모드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91840" y="195681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복합 질의 서브 질의 분해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91840" y="223113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최적 에이전트 자동 선별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17336" y="786384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17336" y="786384"/>
            <a:ext cx="64008" cy="18288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36208" y="83210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RiskScoreAgent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36208" y="107899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종합 리스크 점수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36208" y="1353312"/>
            <a:ext cx="2487168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40817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5개 축 가중 합산 (100점 만점)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36208" y="16824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세무30%·재무25%·법무20%·운영15%·전략10%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36208" y="195681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신호등 RED/YELLOW/GREEN 판정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36208" y="223113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긴급 과제 자동 선별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28600" y="2779776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28600" y="2779776"/>
            <a:ext cx="64008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8254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SummaryAgent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" y="30723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CEO 임원 요약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" y="3346704"/>
            <a:ext cx="2487168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4015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절세 금액 자동 파싱·집계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47472" y="36758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우선 실행 과제 TOP 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472" y="39502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즉시·단기·중기·장기 타임라인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7472" y="42245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1페이지 경영 보고서 생성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172968" y="2779776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172968" y="2779776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28254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VerifyFinance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91840" y="30723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재무 수치 교차검증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91840" y="3346704"/>
            <a:ext cx="2487168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34015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법인세·부가세·소득세 재산출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291840" y="36758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2026년 귀속 세율 자동 적용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91840" y="39502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재무비율 업종 벤치마크 비교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291840" y="42245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이상값(Outlier) 탐지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17336" y="2779776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17336" y="2779776"/>
            <a:ext cx="64008" cy="18288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6208" y="2825496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VerifyCompliance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36208" y="30723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법규준수 교차검증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236208" y="3346704"/>
            <a:ext cx="2487168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36208" y="340156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누락 법령 자동 탐지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236208" y="367588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최근 개정사항 반영 확인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236208" y="395020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중처법·개인정보법 적용 오류 정정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236208" y="4224528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✓ </a:t>
            </a:r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유리/불리 해석 균형 제시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다기기 연동 가이드 — 3개 기기 동기화 방법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86384"/>
            <a:ext cx="2651760" cy="65836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80467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데스크탑A (집)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07899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사용자: (홈)  /  Windows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82112" y="786384"/>
            <a:ext cx="26517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55264" y="80467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데스크탑B (사무실)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55264" y="107899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사용자: Jy  /  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9904" y="786384"/>
            <a:ext cx="2651760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63056" y="804672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노트북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63056" y="1078992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사용자: sik37  /  Windows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609344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609344"/>
            <a:ext cx="64008" cy="28803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16824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GitHub 동기화 (권장)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3192" y="1993392"/>
            <a:ext cx="2395728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206654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Settings Sync: GitHub sik3781-debug 계정 연동 (3기기 공통)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3192" y="261518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프로젝트 경로: C:\Users\{사용자}\consulting-agent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3192" y="316382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git clone / git pull 후 pip install -r requirements.txt 실행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3192" y="371246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CLAUDE.md·orchestrator.py·agents/ 자동 동기화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82112" y="1609344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1609344"/>
            <a:ext cx="64008" cy="2880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0984" y="16824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② 구글 드라이브 동기화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00984" y="1993392"/>
            <a:ext cx="2395728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00984" y="206654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consulting-agent/ 폴더 전체를 드라이브에 업로드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00984" y="261518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Google Drive 데스크탑 앱 → 오프라인 동기화 설정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00984" y="316382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.env 파일 (API KEY)은 각 기기에서 별도 설정 필수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00984" y="371246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대용량 파일: __pycache__ 폴더 제외 후 업로드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89904" y="1609344"/>
            <a:ext cx="26517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1609344"/>
            <a:ext cx="64008" cy="2880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08776" y="168249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③ 신규 기기 초기 설정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08776" y="1993392"/>
            <a:ext cx="2395728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08776" y="206654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Python 3.11.9 설치 + VS Code 1.114.0 설치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08776" y="261518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pip install anthropic pptxgenjs-python (requirements.txt)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08776" y="316382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.env 파일: ANTHROPIC_API_KEY=sk-ant-... 설정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08776" y="3712464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Claude Code CLI: npm install -g @anthropic-ai/claude-code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4626864"/>
            <a:ext cx="859536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65429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1239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⚠  공통 주의:  ANTHROPIC_API_KEY는 .env 파일로 관리 — GitHub에 절대 Push 금지  /  .gitignore에 .env 등록 필수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품질 검증 결과 및 시스템 운영 기준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86384"/>
            <a:ext cx="1965960" cy="8412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1381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21615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AST 문법 오류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50592" y="786384"/>
            <a:ext cx="196596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81381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21615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검증 에이전트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26864" y="786384"/>
            <a:ext cx="1965960" cy="84124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81381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26864" y="121615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Tool 구현 수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03136" y="786384"/>
            <a:ext cx="1965960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81381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216152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법령 참조 수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17739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4자 이해관계 교차분석 기준 (전 에이전트 공통 적용)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084832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084832"/>
            <a:ext cx="1965960" cy="2743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093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법인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2395728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세무리스크 최소화 / 손금 극대화 / 재무구조 건전성 유지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50592" y="2084832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F123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50592" y="2084832"/>
            <a:ext cx="1965960" cy="2743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2093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주주(오너)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23744" y="2395728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가처분소득 극대화 / 지분가치 보전 / 승계비용 최소화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26864" y="2084832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6864" y="2084832"/>
            <a:ext cx="1965960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2093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과세관청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0016" y="2395728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최신 세법·판례 기준 적법성 / 세무조사 리스크 완전 제거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03136" y="2084832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03136" y="2084832"/>
            <a:ext cx="19659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093976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금융기관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76288" y="2395728"/>
            <a:ext cx="1819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신용등급·담보 영향 분석 / 대출 가용성 유지 방안 병행 제시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32186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법령 적용 우선순위 (전 에이전트 공통)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529584"/>
            <a:ext cx="85953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56616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①  조세특례제한법  →  ②  법인세법  →  ③  소득세법  →  ④  국세기본법  →  ⑤  상법  →  ⑥  상속세및증여세법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02336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8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운영 체크리스트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429768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python orchestrator.py 실행 → company_data 딕셔너리 입력 → 53개 에이전트 자동 병렬 실행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452628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결과 파일: outputs/ 폴더에 JSON + PPT 자동 저장  /  실행 시간: 약 3~5분 (API 호출 대기 포함)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475488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세법 기준값 업데이트: CLAUDE.md [KEY_PARAMETERS] 섹션 수정 → orchestrator 재시작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0080"/>
          </a:solidFill>
          <a:ln w="12700">
            <a:solidFill>
              <a:srgbClr val="000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8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중기이코노미기업지원단  |  기업 맞춤형 컨설팅 솔루션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0" y="16459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008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3931920" y="2633472"/>
            <a:ext cx="1280160" cy="0"/>
          </a:xfrm>
          <a:prstGeom prst="line">
            <a:avLst/>
          </a:prstGeom>
          <a:noFill/>
          <a:ln w="12700">
            <a:solidFill>
              <a:srgbClr val="0000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834640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AI 컨설팅 하네스 시스템 v7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 구현 완성 보고서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32461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60개 에이전트 클래스  ·  53개 Orchestrator 실행 에이전트  ·  AST 검증 오류 0건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0" y="452628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중기이코노미기업지원단  영남사업단  경남1본부(진주센터)  |  전문위원 여운식  |  010-2673-3781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컨설팅 하네스 시스템 v7 구현 완성 보고</dc:title>
  <dc:subject>PptxGenJS Presentation</dc:subject>
  <dc:creator>여운식 전문위원</dc:creator>
  <cp:lastModifiedBy>여운식 전문위원</cp:lastModifiedBy>
  <cp:revision>1</cp:revision>
  <dcterms:created xsi:type="dcterms:W3CDTF">2026-04-25T04:13:50Z</dcterms:created>
  <dcterms:modified xsi:type="dcterms:W3CDTF">2026-04-25T04:13:50Z</dcterms:modified>
</cp:coreProperties>
</file>